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F90BF2-5C61-4524-A4B2-0F02B4B6B696}" v="7" dt="2026-07-12T16:00:39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ic Akoto" userId="3361b231f76eb4bd" providerId="LiveId" clId="{EE337569-5E8B-41CD-8E4E-A14915C61AC6}"/>
    <pc:docChg chg="undo redo custSel addSld modSld">
      <pc:chgData name="Eric Akoto" userId="3361b231f76eb4bd" providerId="LiveId" clId="{EE337569-5E8B-41CD-8E4E-A14915C61AC6}" dt="2026-07-12T16:03:45.759" v="806" actId="20577"/>
      <pc:docMkLst>
        <pc:docMk/>
      </pc:docMkLst>
      <pc:sldChg chg="addSp delSp modSp mod">
        <pc:chgData name="Eric Akoto" userId="3361b231f76eb4bd" providerId="LiveId" clId="{EE337569-5E8B-41CD-8E4E-A14915C61AC6}" dt="2026-07-12T15:37:21.029" v="545" actId="208"/>
        <pc:sldMkLst>
          <pc:docMk/>
          <pc:sldMk cId="905623377" sldId="256"/>
        </pc:sldMkLst>
        <pc:spChg chg="mod">
          <ac:chgData name="Eric Akoto" userId="3361b231f76eb4bd" providerId="LiveId" clId="{EE337569-5E8B-41CD-8E4E-A14915C61AC6}" dt="2026-07-12T14:44:10.947" v="88" actId="108"/>
          <ac:spMkLst>
            <pc:docMk/>
            <pc:sldMk cId="905623377" sldId="256"/>
            <ac:spMk id="12" creationId="{CECC8982-11A9-8653-8112-24BD38785BC8}"/>
          </ac:spMkLst>
        </pc:spChg>
        <pc:spChg chg="mod">
          <ac:chgData name="Eric Akoto" userId="3361b231f76eb4bd" providerId="LiveId" clId="{EE337569-5E8B-41CD-8E4E-A14915C61AC6}" dt="2026-07-12T14:44:19.671" v="91" actId="108"/>
          <ac:spMkLst>
            <pc:docMk/>
            <pc:sldMk cId="905623377" sldId="256"/>
            <ac:spMk id="14" creationId="{7C35DB42-D165-D860-0C2F-78E99A8ABCDA}"/>
          </ac:spMkLst>
        </pc:spChg>
        <pc:spChg chg="mod">
          <ac:chgData name="Eric Akoto" userId="3361b231f76eb4bd" providerId="LiveId" clId="{EE337569-5E8B-41CD-8E4E-A14915C61AC6}" dt="2026-07-12T14:44:14.024" v="89" actId="108"/>
          <ac:spMkLst>
            <pc:docMk/>
            <pc:sldMk cId="905623377" sldId="256"/>
            <ac:spMk id="16" creationId="{481649A6-8A7B-2588-D6A2-E15C22221198}"/>
          </ac:spMkLst>
        </pc:spChg>
        <pc:spChg chg="mod">
          <ac:chgData name="Eric Akoto" userId="3361b231f76eb4bd" providerId="LiveId" clId="{EE337569-5E8B-41CD-8E4E-A14915C61AC6}" dt="2026-07-12T14:44:17.116" v="90" actId="108"/>
          <ac:spMkLst>
            <pc:docMk/>
            <pc:sldMk cId="905623377" sldId="256"/>
            <ac:spMk id="18" creationId="{3069C6CA-BDFD-0A83-5176-BF2C8F9CCB29}"/>
          </ac:spMkLst>
        </pc:spChg>
        <pc:spChg chg="mod">
          <ac:chgData name="Eric Akoto" userId="3361b231f76eb4bd" providerId="LiveId" clId="{EE337569-5E8B-41CD-8E4E-A14915C61AC6}" dt="2026-07-12T14:44:06.972" v="87" actId="255"/>
          <ac:spMkLst>
            <pc:docMk/>
            <pc:sldMk cId="905623377" sldId="256"/>
            <ac:spMk id="20" creationId="{50A9C019-76EC-30FC-C9F7-B1B003B9626E}"/>
          </ac:spMkLst>
        </pc:spChg>
        <pc:spChg chg="del mod">
          <ac:chgData name="Eric Akoto" userId="3361b231f76eb4bd" providerId="LiveId" clId="{EE337569-5E8B-41CD-8E4E-A14915C61AC6}" dt="2026-07-12T14:46:10.984" v="101" actId="478"/>
          <ac:spMkLst>
            <pc:docMk/>
            <pc:sldMk cId="905623377" sldId="256"/>
            <ac:spMk id="24" creationId="{C11B3CF4-B0EF-D0A2-21FE-4E466FD0D848}"/>
          </ac:spMkLst>
        </pc:spChg>
        <pc:spChg chg="mod">
          <ac:chgData name="Eric Akoto" userId="3361b231f76eb4bd" providerId="LiveId" clId="{EE337569-5E8B-41CD-8E4E-A14915C61AC6}" dt="2026-07-12T14:45:36.213" v="97" actId="1076"/>
          <ac:spMkLst>
            <pc:docMk/>
            <pc:sldMk cId="905623377" sldId="256"/>
            <ac:spMk id="27" creationId="{49D78309-BF26-C3A0-74E9-47FE0DF43E6C}"/>
          </ac:spMkLst>
        </pc:spChg>
        <pc:spChg chg="mod">
          <ac:chgData name="Eric Akoto" userId="3361b231f76eb4bd" providerId="LiveId" clId="{EE337569-5E8B-41CD-8E4E-A14915C61AC6}" dt="2026-07-12T14:44:49.316" v="94" actId="1076"/>
          <ac:spMkLst>
            <pc:docMk/>
            <pc:sldMk cId="905623377" sldId="256"/>
            <ac:spMk id="29" creationId="{A66BE50A-291F-D9DE-5153-D62A5252B867}"/>
          </ac:spMkLst>
        </pc:spChg>
        <pc:spChg chg="mod">
          <ac:chgData name="Eric Akoto" userId="3361b231f76eb4bd" providerId="LiveId" clId="{EE337569-5E8B-41CD-8E4E-A14915C61AC6}" dt="2026-07-12T14:44:35.365" v="93" actId="1076"/>
          <ac:spMkLst>
            <pc:docMk/>
            <pc:sldMk cId="905623377" sldId="256"/>
            <ac:spMk id="31" creationId="{3D5EB108-4C6E-D2CE-F039-CA600D131883}"/>
          </ac:spMkLst>
        </pc:spChg>
        <pc:spChg chg="add mod ord">
          <ac:chgData name="Eric Akoto" userId="3361b231f76eb4bd" providerId="LiveId" clId="{EE337569-5E8B-41CD-8E4E-A14915C61AC6}" dt="2026-07-12T14:46:33.339" v="106" actId="171"/>
          <ac:spMkLst>
            <pc:docMk/>
            <pc:sldMk cId="905623377" sldId="256"/>
            <ac:spMk id="33" creationId="{1A8BCD1C-99AA-66C9-36E5-A21F151C8ADC}"/>
          </ac:spMkLst>
        </pc:spChg>
        <pc:cxnChg chg="add mod">
          <ac:chgData name="Eric Akoto" userId="3361b231f76eb4bd" providerId="LiveId" clId="{EE337569-5E8B-41CD-8E4E-A14915C61AC6}" dt="2026-07-12T15:37:21.029" v="545" actId="208"/>
          <ac:cxnSpMkLst>
            <pc:docMk/>
            <pc:sldMk cId="905623377" sldId="256"/>
            <ac:cxnSpMk id="35" creationId="{087209F9-07E6-F481-86B0-15DE917B0C1E}"/>
          </ac:cxnSpMkLst>
        </pc:cxnChg>
      </pc:sldChg>
      <pc:sldChg chg="delSp modSp add mod">
        <pc:chgData name="Eric Akoto" userId="3361b231f76eb4bd" providerId="LiveId" clId="{EE337569-5E8B-41CD-8E4E-A14915C61AC6}" dt="2026-07-12T15:00:43.797" v="240" actId="14100"/>
        <pc:sldMkLst>
          <pc:docMk/>
          <pc:sldMk cId="414156983" sldId="257"/>
        </pc:sldMkLst>
        <pc:spChg chg="mod">
          <ac:chgData name="Eric Akoto" userId="3361b231f76eb4bd" providerId="LiveId" clId="{EE337569-5E8B-41CD-8E4E-A14915C61AC6}" dt="2026-07-12T14:40:08.814" v="3" actId="14100"/>
          <ac:spMkLst>
            <pc:docMk/>
            <pc:sldMk cId="414156983" sldId="257"/>
            <ac:spMk id="3" creationId="{FC8D78BD-AAAF-2C37-0C8D-25FC8A9F760A}"/>
          </ac:spMkLst>
        </pc:spChg>
        <pc:spChg chg="mod">
          <ac:chgData name="Eric Akoto" userId="3361b231f76eb4bd" providerId="LiveId" clId="{EE337569-5E8B-41CD-8E4E-A14915C61AC6}" dt="2026-07-12T15:00:43.797" v="240" actId="14100"/>
          <ac:spMkLst>
            <pc:docMk/>
            <pc:sldMk cId="414156983" sldId="257"/>
            <ac:spMk id="5" creationId="{01DEC898-5813-5782-3A62-57E136C6E5D7}"/>
          </ac:spMkLst>
        </pc:spChg>
        <pc:spChg chg="mod">
          <ac:chgData name="Eric Akoto" userId="3361b231f76eb4bd" providerId="LiveId" clId="{EE337569-5E8B-41CD-8E4E-A14915C61AC6}" dt="2026-07-12T14:42:18.468" v="70" actId="14100"/>
          <ac:spMkLst>
            <pc:docMk/>
            <pc:sldMk cId="414156983" sldId="257"/>
            <ac:spMk id="9" creationId="{072D090C-A517-0641-6872-A7689D4A4E38}"/>
          </ac:spMkLst>
        </pc:spChg>
        <pc:spChg chg="mod">
          <ac:chgData name="Eric Akoto" userId="3361b231f76eb4bd" providerId="LiveId" clId="{EE337569-5E8B-41CD-8E4E-A14915C61AC6}" dt="2026-07-12T14:48:15.467" v="119" actId="14100"/>
          <ac:spMkLst>
            <pc:docMk/>
            <pc:sldMk cId="414156983" sldId="257"/>
            <ac:spMk id="11" creationId="{0718D4F6-4260-841B-DFD2-78525F6A1E80}"/>
          </ac:spMkLst>
        </pc:spChg>
        <pc:spChg chg="mod">
          <ac:chgData name="Eric Akoto" userId="3361b231f76eb4bd" providerId="LiveId" clId="{EE337569-5E8B-41CD-8E4E-A14915C61AC6}" dt="2026-07-12T14:48:35.026" v="121" actId="1076"/>
          <ac:spMkLst>
            <pc:docMk/>
            <pc:sldMk cId="414156983" sldId="257"/>
            <ac:spMk id="12" creationId="{BE965D4E-C51D-905C-2263-CB41229FA4C0}"/>
          </ac:spMkLst>
        </pc:spChg>
        <pc:spChg chg="mod">
          <ac:chgData name="Eric Akoto" userId="3361b231f76eb4bd" providerId="LiveId" clId="{EE337569-5E8B-41CD-8E4E-A14915C61AC6}" dt="2026-07-12T14:49:27.039" v="145" actId="20577"/>
          <ac:spMkLst>
            <pc:docMk/>
            <pc:sldMk cId="414156983" sldId="257"/>
            <ac:spMk id="14" creationId="{58628AE5-39DE-BB24-0ECF-CBB7120F11E3}"/>
          </ac:spMkLst>
        </pc:spChg>
        <pc:spChg chg="mod">
          <ac:chgData name="Eric Akoto" userId="3361b231f76eb4bd" providerId="LiveId" clId="{EE337569-5E8B-41CD-8E4E-A14915C61AC6}" dt="2026-07-12T14:52:39.828" v="219" actId="20577"/>
          <ac:spMkLst>
            <pc:docMk/>
            <pc:sldMk cId="414156983" sldId="257"/>
            <ac:spMk id="16" creationId="{8520C7CF-6677-4B8E-1F37-700B26ECD92D}"/>
          </ac:spMkLst>
        </pc:spChg>
        <pc:spChg chg="mod">
          <ac:chgData name="Eric Akoto" userId="3361b231f76eb4bd" providerId="LiveId" clId="{EE337569-5E8B-41CD-8E4E-A14915C61AC6}" dt="2026-07-12T14:53:07.943" v="224" actId="20577"/>
          <ac:spMkLst>
            <pc:docMk/>
            <pc:sldMk cId="414156983" sldId="257"/>
            <ac:spMk id="18" creationId="{05381615-8B4D-97D2-4827-0080DD1A80C7}"/>
          </ac:spMkLst>
        </pc:spChg>
        <pc:spChg chg="mod">
          <ac:chgData name="Eric Akoto" userId="3361b231f76eb4bd" providerId="LiveId" clId="{EE337569-5E8B-41CD-8E4E-A14915C61AC6}" dt="2026-07-12T14:42:49.558" v="72" actId="255"/>
          <ac:spMkLst>
            <pc:docMk/>
            <pc:sldMk cId="414156983" sldId="257"/>
            <ac:spMk id="20" creationId="{23C58234-C066-FDAD-512C-95B73A9D2B36}"/>
          </ac:spMkLst>
        </pc:spChg>
        <pc:spChg chg="del">
          <ac:chgData name="Eric Akoto" userId="3361b231f76eb4bd" providerId="LiveId" clId="{EE337569-5E8B-41CD-8E4E-A14915C61AC6}" dt="2026-07-12T14:39:29.838" v="1" actId="478"/>
          <ac:spMkLst>
            <pc:docMk/>
            <pc:sldMk cId="414156983" sldId="257"/>
            <ac:spMk id="24" creationId="{D4C0C90A-A7B5-770D-6497-875512CABA37}"/>
          </ac:spMkLst>
        </pc:spChg>
        <pc:spChg chg="del">
          <ac:chgData name="Eric Akoto" userId="3361b231f76eb4bd" providerId="LiveId" clId="{EE337569-5E8B-41CD-8E4E-A14915C61AC6}" dt="2026-07-12T14:39:29.838" v="1" actId="478"/>
          <ac:spMkLst>
            <pc:docMk/>
            <pc:sldMk cId="414156983" sldId="257"/>
            <ac:spMk id="26" creationId="{27706A0D-69E7-4099-2DB8-358BD9B7395A}"/>
          </ac:spMkLst>
        </pc:spChg>
        <pc:spChg chg="del">
          <ac:chgData name="Eric Akoto" userId="3361b231f76eb4bd" providerId="LiveId" clId="{EE337569-5E8B-41CD-8E4E-A14915C61AC6}" dt="2026-07-12T14:39:29.838" v="1" actId="478"/>
          <ac:spMkLst>
            <pc:docMk/>
            <pc:sldMk cId="414156983" sldId="257"/>
            <ac:spMk id="27" creationId="{13FC2926-5A7A-9A3A-39B9-89F6EB121C4D}"/>
          </ac:spMkLst>
        </pc:spChg>
        <pc:spChg chg="del">
          <ac:chgData name="Eric Akoto" userId="3361b231f76eb4bd" providerId="LiveId" clId="{EE337569-5E8B-41CD-8E4E-A14915C61AC6}" dt="2026-07-12T14:39:29.838" v="1" actId="478"/>
          <ac:spMkLst>
            <pc:docMk/>
            <pc:sldMk cId="414156983" sldId="257"/>
            <ac:spMk id="29" creationId="{924F4476-8584-AFFC-C782-C92997FD85BC}"/>
          </ac:spMkLst>
        </pc:spChg>
        <pc:spChg chg="del mod">
          <ac:chgData name="Eric Akoto" userId="3361b231f76eb4bd" providerId="LiveId" clId="{EE337569-5E8B-41CD-8E4E-A14915C61AC6}" dt="2026-07-12T14:49:37.708" v="146" actId="478"/>
          <ac:spMkLst>
            <pc:docMk/>
            <pc:sldMk cId="414156983" sldId="257"/>
            <ac:spMk id="31" creationId="{423F1BCD-2960-2780-1088-F4283076BFEB}"/>
          </ac:spMkLst>
        </pc:spChg>
      </pc:sldChg>
      <pc:sldChg chg="addSp delSp modSp add mod">
        <pc:chgData name="Eric Akoto" userId="3361b231f76eb4bd" providerId="LiveId" clId="{EE337569-5E8B-41CD-8E4E-A14915C61AC6}" dt="2026-07-12T15:15:49.996" v="444" actId="20577"/>
        <pc:sldMkLst>
          <pc:docMk/>
          <pc:sldMk cId="1569875095" sldId="258"/>
        </pc:sldMkLst>
        <pc:spChg chg="mod">
          <ac:chgData name="Eric Akoto" userId="3361b231f76eb4bd" providerId="LiveId" clId="{EE337569-5E8B-41CD-8E4E-A14915C61AC6}" dt="2026-07-12T14:59:59.572" v="236" actId="1076"/>
          <ac:spMkLst>
            <pc:docMk/>
            <pc:sldMk cId="1569875095" sldId="258"/>
            <ac:spMk id="2" creationId="{AF51EF79-B1CA-6934-DB18-95FA61CECD91}"/>
          </ac:spMkLst>
        </pc:spChg>
        <pc:spChg chg="mod">
          <ac:chgData name="Eric Akoto" userId="3361b231f76eb4bd" providerId="LiveId" clId="{EE337569-5E8B-41CD-8E4E-A14915C61AC6}" dt="2026-07-12T15:10:37.300" v="264" actId="14100"/>
          <ac:spMkLst>
            <pc:docMk/>
            <pc:sldMk cId="1569875095" sldId="258"/>
            <ac:spMk id="3" creationId="{E103C0ED-04F3-01E4-D5E9-C9429D958C30}"/>
          </ac:spMkLst>
        </pc:spChg>
        <pc:spChg chg="mod">
          <ac:chgData name="Eric Akoto" userId="3361b231f76eb4bd" providerId="LiveId" clId="{EE337569-5E8B-41CD-8E4E-A14915C61AC6}" dt="2026-07-12T15:01:14.333" v="243" actId="1076"/>
          <ac:spMkLst>
            <pc:docMk/>
            <pc:sldMk cId="1569875095" sldId="258"/>
            <ac:spMk id="5" creationId="{818C5E9B-1F80-2A40-DFAE-510E08C4A4D6}"/>
          </ac:spMkLst>
        </pc:spChg>
        <pc:spChg chg="add mod">
          <ac:chgData name="Eric Akoto" userId="3361b231f76eb4bd" providerId="LiveId" clId="{EE337569-5E8B-41CD-8E4E-A14915C61AC6}" dt="2026-07-12T15:11:09.374" v="267" actId="1076"/>
          <ac:spMkLst>
            <pc:docMk/>
            <pc:sldMk cId="1569875095" sldId="258"/>
            <ac:spMk id="6" creationId="{6FFC75CD-0A68-AECD-A94C-19E891E1CAB9}"/>
          </ac:spMkLst>
        </pc:spChg>
        <pc:spChg chg="mod">
          <ac:chgData name="Eric Akoto" userId="3361b231f76eb4bd" providerId="LiveId" clId="{EE337569-5E8B-41CD-8E4E-A14915C61AC6}" dt="2026-07-12T15:10:45.983" v="265" actId="14100"/>
          <ac:spMkLst>
            <pc:docMk/>
            <pc:sldMk cId="1569875095" sldId="258"/>
            <ac:spMk id="7" creationId="{684AEE92-E41D-86C2-8C51-6D2F1B8E8A1E}"/>
          </ac:spMkLst>
        </pc:spChg>
        <pc:spChg chg="mod">
          <ac:chgData name="Eric Akoto" userId="3361b231f76eb4bd" providerId="LiveId" clId="{EE337569-5E8B-41CD-8E4E-A14915C61AC6}" dt="2026-07-12T15:10:20.204" v="262" actId="14100"/>
          <ac:spMkLst>
            <pc:docMk/>
            <pc:sldMk cId="1569875095" sldId="258"/>
            <ac:spMk id="9" creationId="{72D58822-5A7F-3598-2430-03288412938B}"/>
          </ac:spMkLst>
        </pc:spChg>
        <pc:spChg chg="add del mod">
          <ac:chgData name="Eric Akoto" userId="3361b231f76eb4bd" providerId="LiveId" clId="{EE337569-5E8B-41CD-8E4E-A14915C61AC6}" dt="2026-07-12T15:14:18.819" v="354" actId="22"/>
          <ac:spMkLst>
            <pc:docMk/>
            <pc:sldMk cId="1569875095" sldId="258"/>
            <ac:spMk id="10" creationId="{281E6905-C718-8703-FB21-55CA2B092A92}"/>
          </ac:spMkLst>
        </pc:spChg>
        <pc:spChg chg="mod">
          <ac:chgData name="Eric Akoto" userId="3361b231f76eb4bd" providerId="LiveId" clId="{EE337569-5E8B-41CD-8E4E-A14915C61AC6}" dt="2026-07-12T15:01:11.123" v="242" actId="1076"/>
          <ac:spMkLst>
            <pc:docMk/>
            <pc:sldMk cId="1569875095" sldId="258"/>
            <ac:spMk id="11" creationId="{2457A03D-771C-9E5C-5003-8502CD775E58}"/>
          </ac:spMkLst>
        </pc:spChg>
        <pc:spChg chg="mod">
          <ac:chgData name="Eric Akoto" userId="3361b231f76eb4bd" providerId="LiveId" clId="{EE337569-5E8B-41CD-8E4E-A14915C61AC6}" dt="2026-07-12T15:14:57.124" v="412" actId="20577"/>
          <ac:spMkLst>
            <pc:docMk/>
            <pc:sldMk cId="1569875095" sldId="258"/>
            <ac:spMk id="12" creationId="{73F30A5C-5465-5655-7D38-48D99061E249}"/>
          </ac:spMkLst>
        </pc:spChg>
        <pc:spChg chg="mod">
          <ac:chgData name="Eric Akoto" userId="3361b231f76eb4bd" providerId="LiveId" clId="{EE337569-5E8B-41CD-8E4E-A14915C61AC6}" dt="2026-07-12T15:13:20.848" v="301" actId="20577"/>
          <ac:spMkLst>
            <pc:docMk/>
            <pc:sldMk cId="1569875095" sldId="258"/>
            <ac:spMk id="14" creationId="{F6002C78-2E62-7360-BF8C-633FAC233503}"/>
          </ac:spMkLst>
        </pc:spChg>
        <pc:spChg chg="add mod">
          <ac:chgData name="Eric Akoto" userId="3361b231f76eb4bd" providerId="LiveId" clId="{EE337569-5E8B-41CD-8E4E-A14915C61AC6}" dt="2026-07-12T15:15:49.996" v="444" actId="20577"/>
          <ac:spMkLst>
            <pc:docMk/>
            <pc:sldMk cId="1569875095" sldId="258"/>
            <ac:spMk id="15" creationId="{5AD4D7E8-56E3-51CF-30C8-DE9D07A83195}"/>
          </ac:spMkLst>
        </pc:spChg>
        <pc:spChg chg="mod">
          <ac:chgData name="Eric Akoto" userId="3361b231f76eb4bd" providerId="LiveId" clId="{EE337569-5E8B-41CD-8E4E-A14915C61AC6}" dt="2026-07-12T15:14:34.710" v="384" actId="20577"/>
          <ac:spMkLst>
            <pc:docMk/>
            <pc:sldMk cId="1569875095" sldId="258"/>
            <ac:spMk id="16" creationId="{F6DA860D-61AD-5227-8599-CC8AA2B55C2C}"/>
          </ac:spMkLst>
        </pc:spChg>
        <pc:spChg chg="mod">
          <ac:chgData name="Eric Akoto" userId="3361b231f76eb4bd" providerId="LiveId" clId="{EE337569-5E8B-41CD-8E4E-A14915C61AC6}" dt="2026-07-12T15:15:15.138" v="432" actId="20577"/>
          <ac:spMkLst>
            <pc:docMk/>
            <pc:sldMk cId="1569875095" sldId="258"/>
            <ac:spMk id="18" creationId="{2A887CE8-670B-9E13-528C-3255178194F1}"/>
          </ac:spMkLst>
        </pc:spChg>
        <pc:spChg chg="mod">
          <ac:chgData name="Eric Akoto" userId="3361b231f76eb4bd" providerId="LiveId" clId="{EE337569-5E8B-41CD-8E4E-A14915C61AC6}" dt="2026-07-12T15:13:57.468" v="349" actId="20577"/>
          <ac:spMkLst>
            <pc:docMk/>
            <pc:sldMk cId="1569875095" sldId="258"/>
            <ac:spMk id="20" creationId="{990411E0-41AB-F324-4CCB-F555D02065C0}"/>
          </ac:spMkLst>
        </pc:spChg>
      </pc:sldChg>
      <pc:sldChg chg="addSp delSp modSp add mod">
        <pc:chgData name="Eric Akoto" userId="3361b231f76eb4bd" providerId="LiveId" clId="{EE337569-5E8B-41CD-8E4E-A14915C61AC6}" dt="2026-07-12T15:49:44.257" v="605" actId="1076"/>
        <pc:sldMkLst>
          <pc:docMk/>
          <pc:sldMk cId="726825655" sldId="259"/>
        </pc:sldMkLst>
        <pc:spChg chg="mod">
          <ac:chgData name="Eric Akoto" userId="3361b231f76eb4bd" providerId="LiveId" clId="{EE337569-5E8B-41CD-8E4E-A14915C61AC6}" dt="2026-07-12T15:40:02.781" v="555" actId="14100"/>
          <ac:spMkLst>
            <pc:docMk/>
            <pc:sldMk cId="726825655" sldId="259"/>
            <ac:spMk id="3" creationId="{F99BDE12-222D-3875-97B9-676CAD2AC8DF}"/>
          </ac:spMkLst>
        </pc:spChg>
        <pc:spChg chg="mod">
          <ac:chgData name="Eric Akoto" userId="3361b231f76eb4bd" providerId="LiveId" clId="{EE337569-5E8B-41CD-8E4E-A14915C61AC6}" dt="2026-07-12T15:30:02.309" v="447" actId="14100"/>
          <ac:spMkLst>
            <pc:docMk/>
            <pc:sldMk cId="726825655" sldId="259"/>
            <ac:spMk id="5" creationId="{E7E07C26-B7DC-75F4-6615-9BE46F72C5BA}"/>
          </ac:spMkLst>
        </pc:spChg>
        <pc:spChg chg="del">
          <ac:chgData name="Eric Akoto" userId="3361b231f76eb4bd" providerId="LiveId" clId="{EE337569-5E8B-41CD-8E4E-A14915C61AC6}" dt="2026-07-12T15:30:07.003" v="448" actId="478"/>
          <ac:spMkLst>
            <pc:docMk/>
            <pc:sldMk cId="726825655" sldId="259"/>
            <ac:spMk id="6" creationId="{A8A466B5-A9E9-03B4-E5E6-DB6F6CFBD302}"/>
          </ac:spMkLst>
        </pc:spChg>
        <pc:spChg chg="mod">
          <ac:chgData name="Eric Akoto" userId="3361b231f76eb4bd" providerId="LiveId" clId="{EE337569-5E8B-41CD-8E4E-A14915C61AC6}" dt="2026-07-12T15:30:11.575" v="449" actId="14100"/>
          <ac:spMkLst>
            <pc:docMk/>
            <pc:sldMk cId="726825655" sldId="259"/>
            <ac:spMk id="7" creationId="{DB792957-30DD-01A2-A622-D7D21C39176F}"/>
          </ac:spMkLst>
        </pc:spChg>
        <pc:spChg chg="add mod">
          <ac:chgData name="Eric Akoto" userId="3361b231f76eb4bd" providerId="LiveId" clId="{EE337569-5E8B-41CD-8E4E-A14915C61AC6}" dt="2026-07-12T15:40:35.957" v="558" actId="1076"/>
          <ac:spMkLst>
            <pc:docMk/>
            <pc:sldMk cId="726825655" sldId="259"/>
            <ac:spMk id="8" creationId="{B2823FE0-4A98-5F6D-0CEE-AC89E49DE0B9}"/>
          </ac:spMkLst>
        </pc:spChg>
        <pc:spChg chg="mod">
          <ac:chgData name="Eric Akoto" userId="3361b231f76eb4bd" providerId="LiveId" clId="{EE337569-5E8B-41CD-8E4E-A14915C61AC6}" dt="2026-07-12T15:40:14.278" v="557" actId="14100"/>
          <ac:spMkLst>
            <pc:docMk/>
            <pc:sldMk cId="726825655" sldId="259"/>
            <ac:spMk id="9" creationId="{C12C0D56-1359-4F6A-6A94-4E4944437090}"/>
          </ac:spMkLst>
        </pc:spChg>
        <pc:spChg chg="del">
          <ac:chgData name="Eric Akoto" userId="3361b231f76eb4bd" providerId="LiveId" clId="{EE337569-5E8B-41CD-8E4E-A14915C61AC6}" dt="2026-07-12T15:29:57.532" v="446" actId="478"/>
          <ac:spMkLst>
            <pc:docMk/>
            <pc:sldMk cId="726825655" sldId="259"/>
            <ac:spMk id="11" creationId="{01E29284-F7F6-12EA-2265-05A5E45462DC}"/>
          </ac:spMkLst>
        </pc:spChg>
        <pc:spChg chg="del">
          <ac:chgData name="Eric Akoto" userId="3361b231f76eb4bd" providerId="LiveId" clId="{EE337569-5E8B-41CD-8E4E-A14915C61AC6}" dt="2026-07-12T15:29:57.532" v="446" actId="478"/>
          <ac:spMkLst>
            <pc:docMk/>
            <pc:sldMk cId="726825655" sldId="259"/>
            <ac:spMk id="12" creationId="{CA4D3741-60B5-3435-424A-F7C4445B4006}"/>
          </ac:spMkLst>
        </pc:spChg>
        <pc:spChg chg="add mod">
          <ac:chgData name="Eric Akoto" userId="3361b231f76eb4bd" providerId="LiveId" clId="{EE337569-5E8B-41CD-8E4E-A14915C61AC6}" dt="2026-07-12T15:41:26.066" v="575" actId="20577"/>
          <ac:spMkLst>
            <pc:docMk/>
            <pc:sldMk cId="726825655" sldId="259"/>
            <ac:spMk id="13" creationId="{1382AEA8-72FE-BB52-B00F-9458EC789E60}"/>
          </ac:spMkLst>
        </pc:spChg>
        <pc:spChg chg="mod">
          <ac:chgData name="Eric Akoto" userId="3361b231f76eb4bd" providerId="LiveId" clId="{EE337569-5E8B-41CD-8E4E-A14915C61AC6}" dt="2026-07-12T15:31:40.335" v="480" actId="20577"/>
          <ac:spMkLst>
            <pc:docMk/>
            <pc:sldMk cId="726825655" sldId="259"/>
            <ac:spMk id="14" creationId="{66B1D45B-8948-C1D2-E106-82256BC6781F}"/>
          </ac:spMkLst>
        </pc:spChg>
        <pc:spChg chg="del">
          <ac:chgData name="Eric Akoto" userId="3361b231f76eb4bd" providerId="LiveId" clId="{EE337569-5E8B-41CD-8E4E-A14915C61AC6}" dt="2026-07-12T15:30:07.003" v="448" actId="478"/>
          <ac:spMkLst>
            <pc:docMk/>
            <pc:sldMk cId="726825655" sldId="259"/>
            <ac:spMk id="15" creationId="{578ECFD8-67E8-B0BE-F9B0-CF15905BA849}"/>
          </ac:spMkLst>
        </pc:spChg>
        <pc:spChg chg="mod">
          <ac:chgData name="Eric Akoto" userId="3361b231f76eb4bd" providerId="LiveId" clId="{EE337569-5E8B-41CD-8E4E-A14915C61AC6}" dt="2026-07-12T15:32:25.593" v="505" actId="20577"/>
          <ac:spMkLst>
            <pc:docMk/>
            <pc:sldMk cId="726825655" sldId="259"/>
            <ac:spMk id="16" creationId="{57D8C02F-327A-D78E-46CA-F93453C0E9FA}"/>
          </ac:spMkLst>
        </pc:spChg>
        <pc:spChg chg="mod">
          <ac:chgData name="Eric Akoto" userId="3361b231f76eb4bd" providerId="LiveId" clId="{EE337569-5E8B-41CD-8E4E-A14915C61AC6}" dt="2026-07-12T15:42:10.346" v="598" actId="20577"/>
          <ac:spMkLst>
            <pc:docMk/>
            <pc:sldMk cId="726825655" sldId="259"/>
            <ac:spMk id="18" creationId="{3F9205DF-CFEE-7C10-718C-81C26057C58E}"/>
          </ac:spMkLst>
        </pc:spChg>
        <pc:spChg chg="add mod">
          <ac:chgData name="Eric Akoto" userId="3361b231f76eb4bd" providerId="LiveId" clId="{EE337569-5E8B-41CD-8E4E-A14915C61AC6}" dt="2026-07-12T15:49:28.241" v="601" actId="1076"/>
          <ac:spMkLst>
            <pc:docMk/>
            <pc:sldMk cId="726825655" sldId="259"/>
            <ac:spMk id="19" creationId="{B756D2F9-0E65-2307-E419-A70C40A96C59}"/>
          </ac:spMkLst>
        </pc:spChg>
        <pc:spChg chg="mod">
          <ac:chgData name="Eric Akoto" userId="3361b231f76eb4bd" providerId="LiveId" clId="{EE337569-5E8B-41CD-8E4E-A14915C61AC6}" dt="2026-07-12T15:33:26.967" v="533" actId="20577"/>
          <ac:spMkLst>
            <pc:docMk/>
            <pc:sldMk cId="726825655" sldId="259"/>
            <ac:spMk id="20" creationId="{0723CB7C-40C4-329F-50F3-AC08CC016DE4}"/>
          </ac:spMkLst>
        </pc:spChg>
        <pc:spChg chg="add mod">
          <ac:chgData name="Eric Akoto" userId="3361b231f76eb4bd" providerId="LiveId" clId="{EE337569-5E8B-41CD-8E4E-A14915C61AC6}" dt="2026-07-12T15:49:28.241" v="601" actId="1076"/>
          <ac:spMkLst>
            <pc:docMk/>
            <pc:sldMk cId="726825655" sldId="259"/>
            <ac:spMk id="23" creationId="{6AFFFEA2-70A1-27E1-D06C-0468C83D405B}"/>
          </ac:spMkLst>
        </pc:spChg>
        <pc:spChg chg="add mod">
          <ac:chgData name="Eric Akoto" userId="3361b231f76eb4bd" providerId="LiveId" clId="{EE337569-5E8B-41CD-8E4E-A14915C61AC6}" dt="2026-07-12T15:49:36.208" v="603" actId="1076"/>
          <ac:spMkLst>
            <pc:docMk/>
            <pc:sldMk cId="726825655" sldId="259"/>
            <ac:spMk id="25" creationId="{D24DA6D5-F6CD-DBBB-45C6-A15F96863E36}"/>
          </ac:spMkLst>
        </pc:spChg>
        <pc:spChg chg="add mod">
          <ac:chgData name="Eric Akoto" userId="3361b231f76eb4bd" providerId="LiveId" clId="{EE337569-5E8B-41CD-8E4E-A14915C61AC6}" dt="2026-07-12T15:49:36.208" v="603" actId="1076"/>
          <ac:spMkLst>
            <pc:docMk/>
            <pc:sldMk cId="726825655" sldId="259"/>
            <ac:spMk id="27" creationId="{F0DE0E58-1F16-127D-8C3C-51472E9C6F8E}"/>
          </ac:spMkLst>
        </pc:spChg>
        <pc:spChg chg="add mod">
          <ac:chgData name="Eric Akoto" userId="3361b231f76eb4bd" providerId="LiveId" clId="{EE337569-5E8B-41CD-8E4E-A14915C61AC6}" dt="2026-07-12T15:49:44.257" v="605" actId="1076"/>
          <ac:spMkLst>
            <pc:docMk/>
            <pc:sldMk cId="726825655" sldId="259"/>
            <ac:spMk id="29" creationId="{1EF1B962-6DF3-E15B-FBAC-E9F0C75E8186}"/>
          </ac:spMkLst>
        </pc:spChg>
        <pc:spChg chg="add mod">
          <ac:chgData name="Eric Akoto" userId="3361b231f76eb4bd" providerId="LiveId" clId="{EE337569-5E8B-41CD-8E4E-A14915C61AC6}" dt="2026-07-12T15:49:44.257" v="605" actId="1076"/>
          <ac:spMkLst>
            <pc:docMk/>
            <pc:sldMk cId="726825655" sldId="259"/>
            <ac:spMk id="31" creationId="{9E2C50A4-A401-531F-EBEF-EAD4BCD81F5A}"/>
          </ac:spMkLst>
        </pc:spChg>
      </pc:sldChg>
      <pc:sldChg chg="delSp modSp add mod">
        <pc:chgData name="Eric Akoto" userId="3361b231f76eb4bd" providerId="LiveId" clId="{EE337569-5E8B-41CD-8E4E-A14915C61AC6}" dt="2026-07-12T16:03:45.759" v="806" actId="20577"/>
        <pc:sldMkLst>
          <pc:docMk/>
          <pc:sldMk cId="193068877" sldId="260"/>
        </pc:sldMkLst>
        <pc:spChg chg="mod">
          <ac:chgData name="Eric Akoto" userId="3361b231f76eb4bd" providerId="LiveId" clId="{EE337569-5E8B-41CD-8E4E-A14915C61AC6}" dt="2026-07-12T16:02:07.679" v="748" actId="14100"/>
          <ac:spMkLst>
            <pc:docMk/>
            <pc:sldMk cId="193068877" sldId="260"/>
            <ac:spMk id="3" creationId="{8533327B-7044-9C44-4C99-0C2773DEBAC6}"/>
          </ac:spMkLst>
        </pc:spChg>
        <pc:spChg chg="mod">
          <ac:chgData name="Eric Akoto" userId="3361b231f76eb4bd" providerId="LiveId" clId="{EE337569-5E8B-41CD-8E4E-A14915C61AC6}" dt="2026-07-12T16:00:58.367" v="734" actId="14100"/>
          <ac:spMkLst>
            <pc:docMk/>
            <pc:sldMk cId="193068877" sldId="260"/>
            <ac:spMk id="5" creationId="{0451C7F2-2BB8-1164-A6DD-2552814FB577}"/>
          </ac:spMkLst>
        </pc:spChg>
        <pc:spChg chg="mod">
          <ac:chgData name="Eric Akoto" userId="3361b231f76eb4bd" providerId="LiveId" clId="{EE337569-5E8B-41CD-8E4E-A14915C61AC6}" dt="2026-07-12T16:01:53.327" v="746" actId="14100"/>
          <ac:spMkLst>
            <pc:docMk/>
            <pc:sldMk cId="193068877" sldId="260"/>
            <ac:spMk id="7" creationId="{AE140E26-A40D-8466-41EA-EE4E0990551C}"/>
          </ac:spMkLst>
        </pc:spChg>
        <pc:spChg chg="del">
          <ac:chgData name="Eric Akoto" userId="3361b231f76eb4bd" providerId="LiveId" clId="{EE337569-5E8B-41CD-8E4E-A14915C61AC6}" dt="2026-07-12T15:56:28.872" v="606" actId="478"/>
          <ac:spMkLst>
            <pc:docMk/>
            <pc:sldMk cId="193068877" sldId="260"/>
            <ac:spMk id="8" creationId="{506EE217-603E-2F0D-BF32-584894C3AA9D}"/>
          </ac:spMkLst>
        </pc:spChg>
        <pc:spChg chg="mod">
          <ac:chgData name="Eric Akoto" userId="3361b231f76eb4bd" providerId="LiveId" clId="{EE337569-5E8B-41CD-8E4E-A14915C61AC6}" dt="2026-07-12T16:02:13.719" v="749" actId="14100"/>
          <ac:spMkLst>
            <pc:docMk/>
            <pc:sldMk cId="193068877" sldId="260"/>
            <ac:spMk id="9" creationId="{48D9F479-B54D-0F4F-FEC2-A639B5634963}"/>
          </ac:spMkLst>
        </pc:spChg>
        <pc:spChg chg="del">
          <ac:chgData name="Eric Akoto" userId="3361b231f76eb4bd" providerId="LiveId" clId="{EE337569-5E8B-41CD-8E4E-A14915C61AC6}" dt="2026-07-12T15:56:28.872" v="606" actId="478"/>
          <ac:spMkLst>
            <pc:docMk/>
            <pc:sldMk cId="193068877" sldId="260"/>
            <ac:spMk id="13" creationId="{5EAEC0F4-241E-C2D9-78A4-D057F88BF0D7}"/>
          </ac:spMkLst>
        </pc:spChg>
        <pc:spChg chg="mod">
          <ac:chgData name="Eric Akoto" userId="3361b231f76eb4bd" providerId="LiveId" clId="{EE337569-5E8B-41CD-8E4E-A14915C61AC6}" dt="2026-07-12T16:01:08.106" v="737" actId="14100"/>
          <ac:spMkLst>
            <pc:docMk/>
            <pc:sldMk cId="193068877" sldId="260"/>
            <ac:spMk id="14" creationId="{FF0EFFDB-3432-A70E-5F9B-8F518D1A29A4}"/>
          </ac:spMkLst>
        </pc:spChg>
        <pc:spChg chg="mod">
          <ac:chgData name="Eric Akoto" userId="3361b231f76eb4bd" providerId="LiveId" clId="{EE337569-5E8B-41CD-8E4E-A14915C61AC6}" dt="2026-07-12T16:03:45.759" v="806" actId="20577"/>
          <ac:spMkLst>
            <pc:docMk/>
            <pc:sldMk cId="193068877" sldId="260"/>
            <ac:spMk id="16" creationId="{BBEDDE26-10FD-F883-1E34-EA4A38D38E18}"/>
          </ac:spMkLst>
        </pc:spChg>
        <pc:spChg chg="mod">
          <ac:chgData name="Eric Akoto" userId="3361b231f76eb4bd" providerId="LiveId" clId="{EE337569-5E8B-41CD-8E4E-A14915C61AC6}" dt="2026-07-12T16:02:23.080" v="750" actId="14100"/>
          <ac:spMkLst>
            <pc:docMk/>
            <pc:sldMk cId="193068877" sldId="260"/>
            <ac:spMk id="18" creationId="{C653A3B4-426F-81F1-AA65-0EDE8369DDA1}"/>
          </ac:spMkLst>
        </pc:spChg>
        <pc:spChg chg="mod">
          <ac:chgData name="Eric Akoto" userId="3361b231f76eb4bd" providerId="LiveId" clId="{EE337569-5E8B-41CD-8E4E-A14915C61AC6}" dt="2026-07-12T16:02:47.774" v="752" actId="1076"/>
          <ac:spMkLst>
            <pc:docMk/>
            <pc:sldMk cId="193068877" sldId="260"/>
            <ac:spMk id="20" creationId="{CEA0332A-CF7B-5719-28BF-82BB0B2F526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94FC2-BF8A-5A0B-5528-FD09477F2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1A1F1-831D-B7CC-2956-6545C71987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AEE76-B0C7-5DE2-95E9-D95C87D22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3298-2003-4B51-93BA-F12211E8C95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86A54-80E8-63BA-B4AA-B7A3D4479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3626A-B9EA-C0F2-37EE-305F43C29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DFF6-C529-4EF8-8E7C-B7A304D2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26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09829-DC09-A37D-C04B-65FD390C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9A910-E654-9952-FF25-C59BE7BF5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D8873-EA2A-D9A8-20BB-84F93418D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3298-2003-4B51-93BA-F12211E8C95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36527-23C5-81FA-5726-42769342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4E8D1-7C08-71CE-1991-C73CD2A1D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DFF6-C529-4EF8-8E7C-B7A304D2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993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64A96-131B-BB85-0BB8-0DA93FF1A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45EE2-A2C2-BD10-07E3-9A70C583D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E6DB7-6776-9C20-05A6-B2515CA9B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3298-2003-4B51-93BA-F12211E8C95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8E244-A384-C451-4C49-ECC384416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3F3A1-D69E-7C41-5F01-42DBF2F64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DFF6-C529-4EF8-8E7C-B7A304D2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302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0B1B7-E970-1822-977A-2CA5546F3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E8EC5-2E5A-2171-1AB7-B517958F2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F93D4-30FA-8E17-C5E4-08B83E8086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A37F80-3D17-49E9-782A-7C0FF4EDD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3298-2003-4B51-93BA-F12211E8C95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8360EA-2E77-071B-89B7-E2DCFAE73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CD5C1-5680-5E78-9640-CC75B8E8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DFF6-C529-4EF8-8E7C-B7A304D2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34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3D39F-2828-6D4D-0BB8-84BB584BD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B1994-9A75-8F1F-A612-61F2DEAB19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725075-9474-9A42-F454-8C2A01E19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EC55BF-C272-D075-8AF3-B75406515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7C94CB-A2A9-819B-124E-B9377A45FC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9D6245-13E8-23C3-A549-552B489A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3298-2003-4B51-93BA-F12211E8C95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8A8322-634C-C7B6-A0A3-20628F477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AF21D0-093A-7E6D-48E2-BAE035AF0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DFF6-C529-4EF8-8E7C-B7A304D2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534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77E83-7CA1-EA4D-0C62-12BC79E02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D1EA2A-9D34-10BE-8394-851742BFA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3298-2003-4B51-93BA-F12211E8C95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4998D9-BC17-1D3C-27D1-40E5B11A4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DCB0B-DD9F-2ECB-75B5-36E59FACE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DFF6-C529-4EF8-8E7C-B7A304D2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67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4619A9-0CE8-6157-3B5E-E1D4F458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3298-2003-4B51-93BA-F12211E8C95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6F4E2B-B836-BC6D-A9C6-711D88D5A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67304-3510-D67A-7015-F250ABD87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DFF6-C529-4EF8-8E7C-B7A304D2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5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FC4E-67F1-026F-3B1F-97A3862E5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B480A-841C-FEA4-AA83-6C9438423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AED93-BF67-3B6F-C647-EDBE52F25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1CC69A-ABA4-D9EC-5626-2A693E2E5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3298-2003-4B51-93BA-F12211E8C95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5AD0CC-579D-CCF3-97FD-B3768D350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912AC-FB0B-00D5-5845-D764CE19C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DFF6-C529-4EF8-8E7C-B7A304D2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40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27022-E4AE-E5B0-82D9-AE3493995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D0E733-F43F-D0F0-8030-3463C2FB5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B6CF5-1B03-D0AF-77BB-ECE304050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2C097F-48EC-C171-80EC-55C5D7652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3298-2003-4B51-93BA-F12211E8C95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C6814E-D5E8-CA94-7680-51FB0435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C41B18-5A4C-A503-E723-28A96D4A4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DFF6-C529-4EF8-8E7C-B7A304D2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1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50F3B-680C-E2AF-6DFA-B4B7F4D07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0EEA23-AF11-1684-8BC9-18A4A12782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91F67-5E71-1AA5-6E11-C63FCB34D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3298-2003-4B51-93BA-F12211E8C95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3982E-3E9B-C84B-6421-9148A328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BF947-C253-CC82-5CCD-633974CE4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DFF6-C529-4EF8-8E7C-B7A304D2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5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AFEF68-DCA0-B4A6-E159-903FAB331C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13DE17-0F9F-47F0-2766-032952664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F4634-BCC1-F612-F874-4BB04546F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B83298-2003-4B51-93BA-F12211E8C95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76CD5-97CB-91A6-718F-EE9F0C942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D9F64-35B4-1814-7D08-E5A5CE769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4DFF6-C529-4EF8-8E7C-B7A304D2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63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B2AC08-9363-4897-8500-73EAE3F1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B5CD3-E5C5-5514-F819-9D4C4EEA3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3F895-AA34-95F0-B0C7-9B1E79067C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B83298-2003-4B51-93BA-F12211E8C95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78947-7A5C-AA4F-7FFB-5BA6BEA7B1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54D9F-7A35-3F21-81E2-E126EE8DCC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64DFF6-C529-4EF8-8E7C-B7A304D21E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1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0EA671-1B19-A3B6-243E-57122A66EC9E}"/>
              </a:ext>
            </a:extLst>
          </p:cNvPr>
          <p:cNvSpPr/>
          <p:nvPr/>
        </p:nvSpPr>
        <p:spPr>
          <a:xfrm>
            <a:off x="0" y="618978"/>
            <a:ext cx="12192000" cy="62390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8D6EB2-38AB-D6C5-18FA-DC0FAA40EA23}"/>
              </a:ext>
            </a:extLst>
          </p:cNvPr>
          <p:cNvSpPr/>
          <p:nvPr/>
        </p:nvSpPr>
        <p:spPr>
          <a:xfrm>
            <a:off x="95534" y="735982"/>
            <a:ext cx="3821373" cy="1706968"/>
          </a:xfrm>
          <a:prstGeom prst="roundRect">
            <a:avLst>
              <a:gd name="adj" fmla="val 3681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44D36E2-AC13-6F39-AC93-1DA0833CE373}"/>
              </a:ext>
            </a:extLst>
          </p:cNvPr>
          <p:cNvSpPr/>
          <p:nvPr/>
        </p:nvSpPr>
        <p:spPr>
          <a:xfrm>
            <a:off x="4012441" y="735980"/>
            <a:ext cx="3994245" cy="1706968"/>
          </a:xfrm>
          <a:prstGeom prst="roundRect">
            <a:avLst>
              <a:gd name="adj" fmla="val 3681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73DD675-DC15-2CF9-FB73-68155F247D55}"/>
              </a:ext>
            </a:extLst>
          </p:cNvPr>
          <p:cNvSpPr/>
          <p:nvPr/>
        </p:nvSpPr>
        <p:spPr>
          <a:xfrm>
            <a:off x="8102221" y="735980"/>
            <a:ext cx="3996522" cy="6005015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893B611-24B1-D830-29D5-DACC14E29198}"/>
              </a:ext>
            </a:extLst>
          </p:cNvPr>
          <p:cNvSpPr/>
          <p:nvPr/>
        </p:nvSpPr>
        <p:spPr>
          <a:xfrm>
            <a:off x="93257" y="2559954"/>
            <a:ext cx="3821373" cy="4181041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8A54F13-08B1-F01E-178F-98EF59E86CBF}"/>
              </a:ext>
            </a:extLst>
          </p:cNvPr>
          <p:cNvSpPr/>
          <p:nvPr/>
        </p:nvSpPr>
        <p:spPr>
          <a:xfrm>
            <a:off x="4012441" y="2559950"/>
            <a:ext cx="3994245" cy="4181045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CC8982-11A9-8653-8112-24BD38785BC8}"/>
              </a:ext>
            </a:extLst>
          </p:cNvPr>
          <p:cNvSpPr txBox="1"/>
          <p:nvPr/>
        </p:nvSpPr>
        <p:spPr>
          <a:xfrm>
            <a:off x="4031203" y="759636"/>
            <a:ext cx="3975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TOTAL NUMBER OF ACTIVE EMPLOYEES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35DB42-D165-D860-0C2F-78E99A8ABCDA}"/>
              </a:ext>
            </a:extLst>
          </p:cNvPr>
          <p:cNvSpPr txBox="1"/>
          <p:nvPr/>
        </p:nvSpPr>
        <p:spPr>
          <a:xfrm>
            <a:off x="4031202" y="2559954"/>
            <a:ext cx="4001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EMPLOYEE GENDER DISTRIBUTION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1649A6-8A7B-2588-D6A2-E15C22221198}"/>
              </a:ext>
            </a:extLst>
          </p:cNvPr>
          <p:cNvSpPr txBox="1"/>
          <p:nvPr/>
        </p:nvSpPr>
        <p:spPr>
          <a:xfrm>
            <a:off x="8106775" y="735980"/>
            <a:ext cx="4001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EMPLOYEE RACE DISTRIBUTION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69C6CA-BDFD-0A83-5176-BF2C8F9CCB29}"/>
              </a:ext>
            </a:extLst>
          </p:cNvPr>
          <p:cNvSpPr txBox="1"/>
          <p:nvPr/>
        </p:nvSpPr>
        <p:spPr>
          <a:xfrm>
            <a:off x="144439" y="2559954"/>
            <a:ext cx="38168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EMPLOYEE AGE GROUP DISTRIBUTION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A9C019-76EC-30FC-C9F7-B1B003B9626E}"/>
              </a:ext>
            </a:extLst>
          </p:cNvPr>
          <p:cNvSpPr txBox="1"/>
          <p:nvPr/>
        </p:nvSpPr>
        <p:spPr>
          <a:xfrm>
            <a:off x="93258" y="731341"/>
            <a:ext cx="38168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TOTAL NUMBER OF EMPLOYEES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C0B48D1-3240-FB67-D866-D34C3974D631}"/>
              </a:ext>
            </a:extLst>
          </p:cNvPr>
          <p:cNvSpPr txBox="1"/>
          <p:nvPr/>
        </p:nvSpPr>
        <p:spPr>
          <a:xfrm>
            <a:off x="2679509" y="36523"/>
            <a:ext cx="6660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HUMAN RESOURCE ANALYTICAL DASHBOARD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21C9D21-925E-2A71-235D-CAE18B9076EF}"/>
              </a:ext>
            </a:extLst>
          </p:cNvPr>
          <p:cNvSpPr/>
          <p:nvPr/>
        </p:nvSpPr>
        <p:spPr>
          <a:xfrm>
            <a:off x="6096000" y="1947724"/>
            <a:ext cx="1879983" cy="450377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A8BCD1C-99AA-66C9-36E5-A21F151C8ADC}"/>
              </a:ext>
            </a:extLst>
          </p:cNvPr>
          <p:cNvSpPr/>
          <p:nvPr/>
        </p:nvSpPr>
        <p:spPr>
          <a:xfrm>
            <a:off x="2001668" y="1947724"/>
            <a:ext cx="1879983" cy="450377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D78309-BF26-C3A0-74E9-47FE0DF43E6C}"/>
              </a:ext>
            </a:extLst>
          </p:cNvPr>
          <p:cNvSpPr txBox="1"/>
          <p:nvPr/>
        </p:nvSpPr>
        <p:spPr>
          <a:xfrm>
            <a:off x="2978621" y="2014808"/>
            <a:ext cx="724469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2">
                    <a:lumMod val="90000"/>
                  </a:schemeClr>
                </a:solidFill>
              </a:rPr>
              <a:t>VS PY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6BE50A-291F-D9DE-5153-D62A5252B867}"/>
              </a:ext>
            </a:extLst>
          </p:cNvPr>
          <p:cNvSpPr txBox="1"/>
          <p:nvPr/>
        </p:nvSpPr>
        <p:spPr>
          <a:xfrm>
            <a:off x="7118450" y="2014808"/>
            <a:ext cx="857533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500">
                <a:solidFill>
                  <a:schemeClr val="bg2">
                    <a:lumMod val="90000"/>
                  </a:schemeClr>
                </a:solidFill>
              </a:defRPr>
            </a:lvl1pPr>
          </a:lstStyle>
          <a:p>
            <a:r>
              <a:rPr lang="en-US" dirty="0"/>
              <a:t>VS PY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D5EB108-4C6E-D2CE-F039-CA600D131883}"/>
              </a:ext>
            </a:extLst>
          </p:cNvPr>
          <p:cNvSpPr txBox="1"/>
          <p:nvPr/>
        </p:nvSpPr>
        <p:spPr>
          <a:xfrm>
            <a:off x="8106775" y="5296607"/>
            <a:ext cx="40010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AVERAGE AGE OF EMPLOYEES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87209F9-07E6-F481-86B0-15DE917B0C1E}"/>
              </a:ext>
            </a:extLst>
          </p:cNvPr>
          <p:cNvCxnSpPr>
            <a:cxnSpLocks/>
          </p:cNvCxnSpPr>
          <p:nvPr/>
        </p:nvCxnSpPr>
        <p:spPr>
          <a:xfrm>
            <a:off x="8102221" y="5296607"/>
            <a:ext cx="4005630" cy="0"/>
          </a:xfrm>
          <a:prstGeom prst="line">
            <a:avLst/>
          </a:prstGeom>
          <a:ln w="19050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5623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7D032-BA13-EDF3-5E49-82DC30D2C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5A379C-3C1F-9780-FF57-EC424C3D0620}"/>
              </a:ext>
            </a:extLst>
          </p:cNvPr>
          <p:cNvSpPr/>
          <p:nvPr/>
        </p:nvSpPr>
        <p:spPr>
          <a:xfrm>
            <a:off x="0" y="618978"/>
            <a:ext cx="12192000" cy="62390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C8D78BD-AAAF-2C37-0C8D-25FC8A9F760A}"/>
              </a:ext>
            </a:extLst>
          </p:cNvPr>
          <p:cNvSpPr/>
          <p:nvPr/>
        </p:nvSpPr>
        <p:spPr>
          <a:xfrm>
            <a:off x="95534" y="735982"/>
            <a:ext cx="3821373" cy="1252265"/>
          </a:xfrm>
          <a:prstGeom prst="roundRect">
            <a:avLst>
              <a:gd name="adj" fmla="val 3681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DEC898-5813-5782-3A62-57E136C6E5D7}"/>
              </a:ext>
            </a:extLst>
          </p:cNvPr>
          <p:cNvSpPr/>
          <p:nvPr/>
        </p:nvSpPr>
        <p:spPr>
          <a:xfrm>
            <a:off x="4012441" y="735980"/>
            <a:ext cx="3994245" cy="2951494"/>
          </a:xfrm>
          <a:prstGeom prst="roundRect">
            <a:avLst>
              <a:gd name="adj" fmla="val 1369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F387F06-D12C-8273-E7B1-8E7542F75A3D}"/>
              </a:ext>
            </a:extLst>
          </p:cNvPr>
          <p:cNvSpPr/>
          <p:nvPr/>
        </p:nvSpPr>
        <p:spPr>
          <a:xfrm>
            <a:off x="8102221" y="735980"/>
            <a:ext cx="3996522" cy="6005015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72D090C-A517-0641-6872-A7689D4A4E38}"/>
              </a:ext>
            </a:extLst>
          </p:cNvPr>
          <p:cNvSpPr/>
          <p:nvPr/>
        </p:nvSpPr>
        <p:spPr>
          <a:xfrm>
            <a:off x="93257" y="2105252"/>
            <a:ext cx="3821374" cy="4635744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718D4F6-4260-841B-DFD2-78525F6A1E80}"/>
              </a:ext>
            </a:extLst>
          </p:cNvPr>
          <p:cNvSpPr/>
          <p:nvPr/>
        </p:nvSpPr>
        <p:spPr>
          <a:xfrm>
            <a:off x="4012441" y="3789501"/>
            <a:ext cx="3994245" cy="2951494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965D4E-C51D-905C-2263-CB41229FA4C0}"/>
              </a:ext>
            </a:extLst>
          </p:cNvPr>
          <p:cNvSpPr txBox="1"/>
          <p:nvPr/>
        </p:nvSpPr>
        <p:spPr>
          <a:xfrm>
            <a:off x="4020684" y="3804476"/>
            <a:ext cx="39754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NUMBER OF EMPLOYEES HIRED PER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28AE5-39DE-BB24-0ECF-CBB7120F11E3}"/>
              </a:ext>
            </a:extLst>
          </p:cNvPr>
          <p:cNvSpPr txBox="1"/>
          <p:nvPr/>
        </p:nvSpPr>
        <p:spPr>
          <a:xfrm>
            <a:off x="4012440" y="731340"/>
            <a:ext cx="400563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MONTHLY HIRING TREND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20C7CF-6677-4B8E-1F37-700B26ECD92D}"/>
              </a:ext>
            </a:extLst>
          </p:cNvPr>
          <p:cNvSpPr txBox="1"/>
          <p:nvPr/>
        </p:nvSpPr>
        <p:spPr>
          <a:xfrm>
            <a:off x="8106775" y="735980"/>
            <a:ext cx="40010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NUMBER OF EMPLOYEES PER DEPARTMENT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381615-8B4D-97D2-4827-0080DD1A80C7}"/>
              </a:ext>
            </a:extLst>
          </p:cNvPr>
          <p:cNvSpPr txBox="1"/>
          <p:nvPr/>
        </p:nvSpPr>
        <p:spPr>
          <a:xfrm>
            <a:off x="93257" y="2105251"/>
            <a:ext cx="382364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NUMBER OF EMPLOYEES PER JOB TITLE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C58234-C066-FDAD-512C-95B73A9D2B36}"/>
              </a:ext>
            </a:extLst>
          </p:cNvPr>
          <p:cNvSpPr txBox="1"/>
          <p:nvPr/>
        </p:nvSpPr>
        <p:spPr>
          <a:xfrm>
            <a:off x="93258" y="731341"/>
            <a:ext cx="381682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AVERAGE AGE AT EMPLOYMENT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8F2C50-D449-DB37-C731-54CF8A10B63B}"/>
              </a:ext>
            </a:extLst>
          </p:cNvPr>
          <p:cNvSpPr txBox="1"/>
          <p:nvPr/>
        </p:nvSpPr>
        <p:spPr>
          <a:xfrm>
            <a:off x="2679509" y="36523"/>
            <a:ext cx="6660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HUMAN RESOURCE ANALYTICAL DASHBOARD</a:t>
            </a:r>
          </a:p>
        </p:txBody>
      </p:sp>
    </p:spTree>
    <p:extLst>
      <p:ext uri="{BB962C8B-B14F-4D97-AF65-F5344CB8AC3E}">
        <p14:creationId xmlns:p14="http://schemas.microsoft.com/office/powerpoint/2010/main" val="414156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14E9A8-D261-3E90-CE2C-6638EB41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51EF79-B1CA-6934-DB18-95FA61CECD91}"/>
              </a:ext>
            </a:extLst>
          </p:cNvPr>
          <p:cNvSpPr/>
          <p:nvPr/>
        </p:nvSpPr>
        <p:spPr>
          <a:xfrm>
            <a:off x="0" y="618978"/>
            <a:ext cx="12192000" cy="62390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03C0ED-04F3-01E4-D5E9-C9429D958C30}"/>
              </a:ext>
            </a:extLst>
          </p:cNvPr>
          <p:cNvSpPr/>
          <p:nvPr/>
        </p:nvSpPr>
        <p:spPr>
          <a:xfrm>
            <a:off x="4173929" y="735980"/>
            <a:ext cx="3844143" cy="2936515"/>
          </a:xfrm>
          <a:prstGeom prst="roundRect">
            <a:avLst>
              <a:gd name="adj" fmla="val 1357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8C5E9B-1F80-2A40-DFAE-510E08C4A4D6}"/>
              </a:ext>
            </a:extLst>
          </p:cNvPr>
          <p:cNvSpPr/>
          <p:nvPr/>
        </p:nvSpPr>
        <p:spPr>
          <a:xfrm>
            <a:off x="84148" y="735980"/>
            <a:ext cx="3994245" cy="2951494"/>
          </a:xfrm>
          <a:prstGeom prst="roundRect">
            <a:avLst>
              <a:gd name="adj" fmla="val 1369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4AEE92-E41D-86C2-8C51-6D2F1B8E8A1E}"/>
              </a:ext>
            </a:extLst>
          </p:cNvPr>
          <p:cNvSpPr/>
          <p:nvPr/>
        </p:nvSpPr>
        <p:spPr>
          <a:xfrm>
            <a:off x="8102221" y="735980"/>
            <a:ext cx="3996522" cy="2936515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2D58822-5A7F-3598-2430-03288412938B}"/>
              </a:ext>
            </a:extLst>
          </p:cNvPr>
          <p:cNvSpPr/>
          <p:nvPr/>
        </p:nvSpPr>
        <p:spPr>
          <a:xfrm>
            <a:off x="4173929" y="3789497"/>
            <a:ext cx="3844142" cy="2951493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457A03D-771C-9E5C-5003-8502CD775E58}"/>
              </a:ext>
            </a:extLst>
          </p:cNvPr>
          <p:cNvSpPr/>
          <p:nvPr/>
        </p:nvSpPr>
        <p:spPr>
          <a:xfrm>
            <a:off x="84148" y="3789497"/>
            <a:ext cx="3994245" cy="2951494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F30A5C-5465-5655-7D38-48D99061E249}"/>
              </a:ext>
            </a:extLst>
          </p:cNvPr>
          <p:cNvSpPr txBox="1"/>
          <p:nvPr/>
        </p:nvSpPr>
        <p:spPr>
          <a:xfrm>
            <a:off x="91527" y="3804476"/>
            <a:ext cx="397548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GENDER DISTRIBUTION PER JOB TITLE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002C78-2E62-7360-BF8C-633FAC233503}"/>
              </a:ext>
            </a:extLst>
          </p:cNvPr>
          <p:cNvSpPr txBox="1"/>
          <p:nvPr/>
        </p:nvSpPr>
        <p:spPr>
          <a:xfrm>
            <a:off x="91527" y="735980"/>
            <a:ext cx="39868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GENDER DISTRIBUTION PER DEPARTMENT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6DA860D-61AD-5227-8599-CC8AA2B55C2C}"/>
              </a:ext>
            </a:extLst>
          </p:cNvPr>
          <p:cNvSpPr txBox="1"/>
          <p:nvPr/>
        </p:nvSpPr>
        <p:spPr>
          <a:xfrm>
            <a:off x="8106775" y="735980"/>
            <a:ext cx="40010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EMPLOYEE TENURE PER DEPARTMENT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887CE8-670B-9E13-528C-3255178194F1}"/>
              </a:ext>
            </a:extLst>
          </p:cNvPr>
          <p:cNvSpPr txBox="1"/>
          <p:nvPr/>
        </p:nvSpPr>
        <p:spPr>
          <a:xfrm>
            <a:off x="4173929" y="3804476"/>
            <a:ext cx="38441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TURNOVER RATE PER JOB TITLE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0411E0-41AB-F324-4CCB-F555D02065C0}"/>
              </a:ext>
            </a:extLst>
          </p:cNvPr>
          <p:cNvSpPr txBox="1"/>
          <p:nvPr/>
        </p:nvSpPr>
        <p:spPr>
          <a:xfrm>
            <a:off x="4192144" y="750952"/>
            <a:ext cx="38441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TURNOVER RATE PER DEPARTMENT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54E830-6E33-2EBB-F7F5-A13D8194FCC9}"/>
              </a:ext>
            </a:extLst>
          </p:cNvPr>
          <p:cNvSpPr txBox="1"/>
          <p:nvPr/>
        </p:nvSpPr>
        <p:spPr>
          <a:xfrm>
            <a:off x="2679509" y="36523"/>
            <a:ext cx="6660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HUMAN RESOURCE ANALYTICAL DASHBOARD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FC75CD-0A68-AECD-A94C-19E891E1CAB9}"/>
              </a:ext>
            </a:extLst>
          </p:cNvPr>
          <p:cNvSpPr/>
          <p:nvPr/>
        </p:nvSpPr>
        <p:spPr>
          <a:xfrm>
            <a:off x="8102221" y="3796985"/>
            <a:ext cx="3996522" cy="2936515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D4D7E8-56E3-51CF-30C8-DE9D07A83195}"/>
              </a:ext>
            </a:extLst>
          </p:cNvPr>
          <p:cNvSpPr txBox="1"/>
          <p:nvPr/>
        </p:nvSpPr>
        <p:spPr>
          <a:xfrm>
            <a:off x="8113607" y="3804476"/>
            <a:ext cx="398513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EMPLOYEE TENURE PER JOB TITLE</a:t>
            </a:r>
          </a:p>
        </p:txBody>
      </p:sp>
    </p:spTree>
    <p:extLst>
      <p:ext uri="{BB962C8B-B14F-4D97-AF65-F5344CB8AC3E}">
        <p14:creationId xmlns:p14="http://schemas.microsoft.com/office/powerpoint/2010/main" val="1569875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BF941C-7133-8FD3-EDD9-57918B360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88EDBA-D9FE-2849-3243-60CF6A1223A5}"/>
              </a:ext>
            </a:extLst>
          </p:cNvPr>
          <p:cNvSpPr/>
          <p:nvPr/>
        </p:nvSpPr>
        <p:spPr>
          <a:xfrm>
            <a:off x="0" y="618978"/>
            <a:ext cx="12192000" cy="62390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9BDE12-222D-3875-97B9-676CAD2AC8DF}"/>
              </a:ext>
            </a:extLst>
          </p:cNvPr>
          <p:cNvSpPr/>
          <p:nvPr/>
        </p:nvSpPr>
        <p:spPr>
          <a:xfrm>
            <a:off x="4173929" y="735981"/>
            <a:ext cx="3844143" cy="1933696"/>
          </a:xfrm>
          <a:prstGeom prst="roundRect">
            <a:avLst>
              <a:gd name="adj" fmla="val 1357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7E07C26-B7DC-75F4-6615-9BE46F72C5BA}"/>
              </a:ext>
            </a:extLst>
          </p:cNvPr>
          <p:cNvSpPr/>
          <p:nvPr/>
        </p:nvSpPr>
        <p:spPr>
          <a:xfrm>
            <a:off x="84148" y="735980"/>
            <a:ext cx="3994245" cy="5997520"/>
          </a:xfrm>
          <a:prstGeom prst="roundRect">
            <a:avLst>
              <a:gd name="adj" fmla="val 1369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B792957-30DD-01A2-A622-D7D21C39176F}"/>
              </a:ext>
            </a:extLst>
          </p:cNvPr>
          <p:cNvSpPr/>
          <p:nvPr/>
        </p:nvSpPr>
        <p:spPr>
          <a:xfrm>
            <a:off x="8102221" y="735980"/>
            <a:ext cx="3996522" cy="5997520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2C0D56-1359-4F6A-6A94-4E4944437090}"/>
              </a:ext>
            </a:extLst>
          </p:cNvPr>
          <p:cNvSpPr/>
          <p:nvPr/>
        </p:nvSpPr>
        <p:spPr>
          <a:xfrm>
            <a:off x="4173929" y="4803513"/>
            <a:ext cx="3844142" cy="1937478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B1D45B-8948-C1D2-E106-82256BC6781F}"/>
              </a:ext>
            </a:extLst>
          </p:cNvPr>
          <p:cNvSpPr txBox="1"/>
          <p:nvPr/>
        </p:nvSpPr>
        <p:spPr>
          <a:xfrm>
            <a:off x="91527" y="735980"/>
            <a:ext cx="39868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EMPLOYEE TERMINATION PER YEAR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D8C02F-327A-D78E-46CA-F93453C0E9FA}"/>
              </a:ext>
            </a:extLst>
          </p:cNvPr>
          <p:cNvSpPr txBox="1"/>
          <p:nvPr/>
        </p:nvSpPr>
        <p:spPr>
          <a:xfrm>
            <a:off x="8106775" y="735980"/>
            <a:ext cx="40010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LONGEST SERVING EMPLOYEES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F9205DF-CFEE-7C10-718C-81C26057C58E}"/>
              </a:ext>
            </a:extLst>
          </p:cNvPr>
          <p:cNvSpPr txBox="1"/>
          <p:nvPr/>
        </p:nvSpPr>
        <p:spPr>
          <a:xfrm>
            <a:off x="4173929" y="4824269"/>
            <a:ext cx="38441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AVERAGE EMPLOYEE TENURE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23CB7C-40C4-329F-50F3-AC08CC016DE4}"/>
              </a:ext>
            </a:extLst>
          </p:cNvPr>
          <p:cNvSpPr txBox="1"/>
          <p:nvPr/>
        </p:nvSpPr>
        <p:spPr>
          <a:xfrm>
            <a:off x="4192144" y="750952"/>
            <a:ext cx="38441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TOTAL NUMBER OF TERMINATIONS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C48AE9A-FE47-E310-3CB2-FD28BDD67601}"/>
              </a:ext>
            </a:extLst>
          </p:cNvPr>
          <p:cNvSpPr txBox="1"/>
          <p:nvPr/>
        </p:nvSpPr>
        <p:spPr>
          <a:xfrm>
            <a:off x="2679509" y="36523"/>
            <a:ext cx="6660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HUMAN RESOURCE ANALYTICAL DASHBOARD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823FE0-4A98-5F6D-0CEE-AC89E49DE0B9}"/>
              </a:ext>
            </a:extLst>
          </p:cNvPr>
          <p:cNvSpPr/>
          <p:nvPr/>
        </p:nvSpPr>
        <p:spPr>
          <a:xfrm>
            <a:off x="4173929" y="2766001"/>
            <a:ext cx="3844143" cy="1937478"/>
          </a:xfrm>
          <a:prstGeom prst="roundRect">
            <a:avLst>
              <a:gd name="adj" fmla="val 1357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382AEA8-72FE-BB52-B00F-9458EC789E60}"/>
              </a:ext>
            </a:extLst>
          </p:cNvPr>
          <p:cNvSpPr txBox="1"/>
          <p:nvPr/>
        </p:nvSpPr>
        <p:spPr>
          <a:xfrm>
            <a:off x="4173929" y="2777232"/>
            <a:ext cx="384414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TURNOVER RATE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756D2F9-0E65-2307-E419-A70C40A96C59}"/>
              </a:ext>
            </a:extLst>
          </p:cNvPr>
          <p:cNvSpPr/>
          <p:nvPr/>
        </p:nvSpPr>
        <p:spPr>
          <a:xfrm>
            <a:off x="6096000" y="2137697"/>
            <a:ext cx="1879983" cy="450377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AFFFEA2-70A1-27E1-D06C-0468C83D405B}"/>
              </a:ext>
            </a:extLst>
          </p:cNvPr>
          <p:cNvSpPr txBox="1"/>
          <p:nvPr/>
        </p:nvSpPr>
        <p:spPr>
          <a:xfrm>
            <a:off x="7072953" y="2204781"/>
            <a:ext cx="724469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2">
                    <a:lumMod val="90000"/>
                  </a:schemeClr>
                </a:solidFill>
              </a:rPr>
              <a:t>VS PY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24DA6D5-F6CD-DBBB-45C6-A15F96863E36}"/>
              </a:ext>
            </a:extLst>
          </p:cNvPr>
          <p:cNvSpPr/>
          <p:nvPr/>
        </p:nvSpPr>
        <p:spPr>
          <a:xfrm>
            <a:off x="6096000" y="4153512"/>
            <a:ext cx="1879983" cy="450377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DE0E58-1F16-127D-8C3C-51472E9C6F8E}"/>
              </a:ext>
            </a:extLst>
          </p:cNvPr>
          <p:cNvSpPr txBox="1"/>
          <p:nvPr/>
        </p:nvSpPr>
        <p:spPr>
          <a:xfrm>
            <a:off x="7072953" y="4220596"/>
            <a:ext cx="724469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2">
                    <a:lumMod val="90000"/>
                  </a:schemeClr>
                </a:solidFill>
              </a:rPr>
              <a:t>VS PY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EF1B962-6DF3-E15B-FBAC-E9F0C75E8186}"/>
              </a:ext>
            </a:extLst>
          </p:cNvPr>
          <p:cNvSpPr/>
          <p:nvPr/>
        </p:nvSpPr>
        <p:spPr>
          <a:xfrm>
            <a:off x="6101693" y="6220373"/>
            <a:ext cx="1879983" cy="450377"/>
          </a:xfrm>
          <a:prstGeom prst="roundRect">
            <a:avLst>
              <a:gd name="adj" fmla="val 50000"/>
            </a:avLst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2C50A4-A401-531F-EBEF-EAD4BCD81F5A}"/>
              </a:ext>
            </a:extLst>
          </p:cNvPr>
          <p:cNvSpPr txBox="1"/>
          <p:nvPr/>
        </p:nvSpPr>
        <p:spPr>
          <a:xfrm>
            <a:off x="7078646" y="6287457"/>
            <a:ext cx="724469" cy="3231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chemeClr val="bg2">
                    <a:lumMod val="90000"/>
                  </a:schemeClr>
                </a:solidFill>
              </a:rPr>
              <a:t>VS PY</a:t>
            </a:r>
          </a:p>
        </p:txBody>
      </p:sp>
    </p:spTree>
    <p:extLst>
      <p:ext uri="{BB962C8B-B14F-4D97-AF65-F5344CB8AC3E}">
        <p14:creationId xmlns:p14="http://schemas.microsoft.com/office/powerpoint/2010/main" val="726825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7BCFB-6852-6F0D-2911-353BE598F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C4CFA-7E23-5CA5-9B1F-0C8026693D7D}"/>
              </a:ext>
            </a:extLst>
          </p:cNvPr>
          <p:cNvSpPr/>
          <p:nvPr/>
        </p:nvSpPr>
        <p:spPr>
          <a:xfrm>
            <a:off x="0" y="618978"/>
            <a:ext cx="12192000" cy="62390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533327B-7044-9C44-4C99-0C2773DEBAC6}"/>
              </a:ext>
            </a:extLst>
          </p:cNvPr>
          <p:cNvSpPr/>
          <p:nvPr/>
        </p:nvSpPr>
        <p:spPr>
          <a:xfrm>
            <a:off x="3994226" y="735982"/>
            <a:ext cx="4189883" cy="2170992"/>
          </a:xfrm>
          <a:prstGeom prst="roundRect">
            <a:avLst>
              <a:gd name="adj" fmla="val 1357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451C7F2-2BB8-1164-A6DD-2552814FB577}"/>
              </a:ext>
            </a:extLst>
          </p:cNvPr>
          <p:cNvSpPr/>
          <p:nvPr/>
        </p:nvSpPr>
        <p:spPr>
          <a:xfrm>
            <a:off x="84148" y="735980"/>
            <a:ext cx="3844143" cy="5997520"/>
          </a:xfrm>
          <a:prstGeom prst="roundRect">
            <a:avLst>
              <a:gd name="adj" fmla="val 1369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E140E26-A40D-8466-41EA-EE4E0990551C}"/>
              </a:ext>
            </a:extLst>
          </p:cNvPr>
          <p:cNvSpPr/>
          <p:nvPr/>
        </p:nvSpPr>
        <p:spPr>
          <a:xfrm>
            <a:off x="8254599" y="735980"/>
            <a:ext cx="3844144" cy="5997520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D9F479-B54D-0F4F-FEC2-A639B5634963}"/>
              </a:ext>
            </a:extLst>
          </p:cNvPr>
          <p:cNvSpPr/>
          <p:nvPr/>
        </p:nvSpPr>
        <p:spPr>
          <a:xfrm>
            <a:off x="3994224" y="3023978"/>
            <a:ext cx="4189883" cy="3717014"/>
          </a:xfrm>
          <a:prstGeom prst="roundRect">
            <a:avLst>
              <a:gd name="adj" fmla="val 1282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0EFFDB-3432-A70E-5F9B-8F518D1A29A4}"/>
              </a:ext>
            </a:extLst>
          </p:cNvPr>
          <p:cNvSpPr txBox="1"/>
          <p:nvPr/>
        </p:nvSpPr>
        <p:spPr>
          <a:xfrm>
            <a:off x="93257" y="735980"/>
            <a:ext cx="383503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EMPLOYEE DISTRIBUTION ACROSS CITIES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EDDE26-10FD-F883-1E34-EA4A38D38E18}"/>
              </a:ext>
            </a:extLst>
          </p:cNvPr>
          <p:cNvSpPr txBox="1"/>
          <p:nvPr/>
        </p:nvSpPr>
        <p:spPr>
          <a:xfrm>
            <a:off x="8263707" y="735980"/>
            <a:ext cx="38441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AVERAGE EMPLOYEE AGE ACROSS CITIES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53A3B4-426F-81F1-AA65-0EDE8369DDA1}"/>
              </a:ext>
            </a:extLst>
          </p:cNvPr>
          <p:cNvSpPr txBox="1"/>
          <p:nvPr/>
        </p:nvSpPr>
        <p:spPr>
          <a:xfrm>
            <a:off x="3994225" y="3023978"/>
            <a:ext cx="418988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5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EMPLOYEE DISTRIBUTION ACROSS STATES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A0332A-CF7B-5719-28BF-82BB0B2F526D}"/>
              </a:ext>
            </a:extLst>
          </p:cNvPr>
          <p:cNvSpPr txBox="1"/>
          <p:nvPr/>
        </p:nvSpPr>
        <p:spPr>
          <a:xfrm>
            <a:off x="3963532" y="735980"/>
            <a:ext cx="425126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EMPLOYEE DISTRIBUTION ACROSS LOCATIONS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93BD47-F170-48AF-A964-7685306063C0}"/>
              </a:ext>
            </a:extLst>
          </p:cNvPr>
          <p:cNvSpPr txBox="1"/>
          <p:nvPr/>
        </p:nvSpPr>
        <p:spPr>
          <a:xfrm>
            <a:off x="2679509" y="36523"/>
            <a:ext cx="6660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HUMAN RESOURCE ANALYTICAL DASHBOARD</a:t>
            </a:r>
          </a:p>
        </p:txBody>
      </p:sp>
    </p:spTree>
    <p:extLst>
      <p:ext uri="{BB962C8B-B14F-4D97-AF65-F5344CB8AC3E}">
        <p14:creationId xmlns:p14="http://schemas.microsoft.com/office/powerpoint/2010/main" val="193068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8247</TotalTime>
  <Words>137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Akoto</dc:creator>
  <cp:lastModifiedBy>Eric Akoto</cp:lastModifiedBy>
  <cp:revision>3</cp:revision>
  <dcterms:created xsi:type="dcterms:W3CDTF">2026-07-07T22:23:24Z</dcterms:created>
  <dcterms:modified xsi:type="dcterms:W3CDTF">2026-08-03T03:27:58Z</dcterms:modified>
</cp:coreProperties>
</file>